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3"/>
  </p:notesMasterIdLst>
  <p:sldIdLst>
    <p:sldId id="311" r:id="rId4"/>
    <p:sldId id="353" r:id="rId5"/>
    <p:sldId id="314" r:id="rId6"/>
    <p:sldId id="313" r:id="rId7"/>
    <p:sldId id="360" r:id="rId8"/>
    <p:sldId id="310" r:id="rId9"/>
    <p:sldId id="324" r:id="rId10"/>
    <p:sldId id="328" r:id="rId11"/>
    <p:sldId id="34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9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53" y="6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B93A692-6FE4-459D-971B-4D9666573565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E149D9E-74F2-422A-9403-DE25D7880EE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B5A09A4-9D5C-43E2-B67D-0F7F764E33B2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3E81662-E3DD-4893-A0D0-8BE33B2D3F55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F949C55-7049-48E6-BF47-20C885196F95}"/>
              </a:ext>
            </a:extLst>
          </p:cNvPr>
          <p:cNvSpPr/>
          <p:nvPr userDrawn="1"/>
        </p:nvSpPr>
        <p:spPr>
          <a:xfrm>
            <a:off x="0" y="5724052"/>
            <a:ext cx="7228116" cy="53005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B6E9378-3AE8-4175-BFF9-D4A80A07DBEA}"/>
              </a:ext>
            </a:extLst>
          </p:cNvPr>
          <p:cNvGrpSpPr/>
          <p:nvPr userDrawn="1"/>
        </p:nvGrpSpPr>
        <p:grpSpPr>
          <a:xfrm>
            <a:off x="738218" y="2580613"/>
            <a:ext cx="6123410" cy="3364399"/>
            <a:chOff x="-548507" y="477868"/>
            <a:chExt cx="11570449" cy="635717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910F74B-EC52-4773-BC59-A95B4A2C6E3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FF96CEC-5ECE-4416-AB10-FE34AE7BAF1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F755C6F-D202-4C89-B564-B246B06F1F6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62E5B49-F2D4-4500-B669-8FBE9BB5834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77D40F1-5CB3-48EE-924E-6E3223E10226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FA37A4-144E-4F6B-A5A4-A8C4BBDC697A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A89A6E2-E8EB-4AD0-85F6-B0A17B2422D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8314224-AFA8-48BD-BEE7-13ED7B48495E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6139F3-8852-433B-9901-75B623701259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EFA1CC8-0444-4599-AC49-BA67BBF07DD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68C533-0E1A-45D1-A3AF-081C6C4A09E2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95247-3F7C-4048-9891-FA9EC6DCF74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BB75F30-01AA-4ED9-8798-66B87A667AA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560919" y="2771971"/>
            <a:ext cx="4535081" cy="27235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3616A90-E1DE-47A7-83AE-E8FD3279FF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45B078-9C2E-4F0F-A743-1BD2E374A3F2}"/>
              </a:ext>
            </a:extLst>
          </p:cNvPr>
          <p:cNvSpPr/>
          <p:nvPr userDrawn="1"/>
        </p:nvSpPr>
        <p:spPr>
          <a:xfrm>
            <a:off x="0" y="3254185"/>
            <a:ext cx="12192000" cy="1296144"/>
          </a:xfrm>
          <a:prstGeom prst="rect">
            <a:avLst/>
          </a:prstGeom>
          <a:solidFill>
            <a:schemeClr val="accent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46031F5-1B63-4620-8505-DE5C4A40B24C}"/>
              </a:ext>
            </a:extLst>
          </p:cNvPr>
          <p:cNvGrpSpPr/>
          <p:nvPr userDrawn="1"/>
        </p:nvGrpSpPr>
        <p:grpSpPr>
          <a:xfrm>
            <a:off x="741800" y="1570966"/>
            <a:ext cx="2520000" cy="4680000"/>
            <a:chOff x="445712" y="1449040"/>
            <a:chExt cx="2520000" cy="4680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C27CB74-33CD-4A23-B325-C122DA66528C}"/>
                </a:ext>
              </a:extLst>
            </p:cNvPr>
            <p:cNvSpPr/>
            <p:nvPr userDrawn="1"/>
          </p:nvSpPr>
          <p:spPr>
            <a:xfrm>
              <a:off x="445712" y="1449040"/>
              <a:ext cx="2520000" cy="468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8D7BEA8-16EF-49F6-A423-7760EDAB82F5}"/>
                </a:ext>
              </a:extLst>
            </p:cNvPr>
            <p:cNvSpPr/>
            <p:nvPr userDrawn="1"/>
          </p:nvSpPr>
          <p:spPr>
            <a:xfrm>
              <a:off x="1597700" y="1680321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6" name="Group 1">
              <a:extLst>
                <a:ext uri="{FF2B5EF4-FFF2-40B4-BE49-F238E27FC236}">
                  <a16:creationId xmlns:a16="http://schemas.microsoft.com/office/drawing/2014/main" id="{ADA26798-7DB1-4A1B-8875-4A1F787E724F}"/>
                </a:ext>
              </a:extLst>
            </p:cNvPr>
            <p:cNvGrpSpPr/>
            <p:nvPr userDrawn="1"/>
          </p:nvGrpSpPr>
          <p:grpSpPr>
            <a:xfrm>
              <a:off x="1549420" y="5712364"/>
              <a:ext cx="312583" cy="312583"/>
              <a:chOff x="1570727" y="5532687"/>
              <a:chExt cx="312583" cy="312583"/>
            </a:xfrm>
          </p:grpSpPr>
          <p:sp>
            <p:nvSpPr>
              <p:cNvPr id="7" name="Oval 4">
                <a:extLst>
                  <a:ext uri="{FF2B5EF4-FFF2-40B4-BE49-F238E27FC236}">
                    <a16:creationId xmlns:a16="http://schemas.microsoft.com/office/drawing/2014/main" id="{3F0E6646-AD22-4810-B8E0-6B3AA6FA86A2}"/>
                  </a:ext>
                </a:extLst>
              </p:cNvPr>
              <p:cNvSpPr/>
              <p:nvPr userDrawn="1"/>
            </p:nvSpPr>
            <p:spPr>
              <a:xfrm>
                <a:off x="1570727" y="5532687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4E7817A-50E1-44BF-B5F3-B2BEF3E94706}"/>
                  </a:ext>
                </a:extLst>
              </p:cNvPr>
              <p:cNvSpPr/>
              <p:nvPr userDrawn="1"/>
            </p:nvSpPr>
            <p:spPr>
              <a:xfrm>
                <a:off x="1655532" y="5616970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D8E3FD2-2332-4C3D-A627-541B7AFCAC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1680" y="1930403"/>
            <a:ext cx="2160240" cy="37444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8439E42-0E0F-4CED-B659-F8D68A350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50C2BD9-6214-4567-96BE-E813DFC881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79656" y="1838324"/>
            <a:ext cx="8412345" cy="4067177"/>
          </a:xfrm>
          <a:custGeom>
            <a:avLst/>
            <a:gdLst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1340647 w 8412345"/>
              <a:gd name="connsiteY8" fmla="*/ 3752847 h 4067177"/>
              <a:gd name="connsiteX9" fmla="*/ 2028961 w 8412345"/>
              <a:gd name="connsiteY9" fmla="*/ 3752847 h 4067177"/>
              <a:gd name="connsiteX10" fmla="*/ 2028961 w 8412345"/>
              <a:gd name="connsiteY10" fmla="*/ 3524256 h 4067177"/>
              <a:gd name="connsiteX11" fmla="*/ 1258986 w 8412345"/>
              <a:gd name="connsiteY11" fmla="*/ 3524256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2028961 w 8412345"/>
              <a:gd name="connsiteY10" fmla="*/ 3752847 h 4067177"/>
              <a:gd name="connsiteX11" fmla="*/ 1258986 w 8412345"/>
              <a:gd name="connsiteY11" fmla="*/ 3524256 h 4067177"/>
              <a:gd name="connsiteX12" fmla="*/ 0 w 8412345"/>
              <a:gd name="connsiteY12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340647 w 8412345"/>
              <a:gd name="connsiteY9" fmla="*/ 3752847 h 4067177"/>
              <a:gd name="connsiteX10" fmla="*/ 1258986 w 8412345"/>
              <a:gd name="connsiteY10" fmla="*/ 3524256 h 4067177"/>
              <a:gd name="connsiteX11" fmla="*/ 0 w 8412345"/>
              <a:gd name="connsiteY11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1258986 w 8412345"/>
              <a:gd name="connsiteY9" fmla="*/ 3524256 h 4067177"/>
              <a:gd name="connsiteX10" fmla="*/ 0 w 8412345"/>
              <a:gd name="connsiteY10" fmla="*/ 0 h 4067177"/>
              <a:gd name="connsiteX0" fmla="*/ 7994333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7994333 w 8412345"/>
              <a:gd name="connsiteY4" fmla="*/ 3524256 h 4067177"/>
              <a:gd name="connsiteX5" fmla="*/ 0 w 8412345"/>
              <a:gd name="connsiteY5" fmla="*/ 0 h 4067177"/>
              <a:gd name="connsiteX6" fmla="*/ 8412345 w 8412345"/>
              <a:gd name="connsiteY6" fmla="*/ 0 h 4067177"/>
              <a:gd name="connsiteX7" fmla="*/ 8412345 w 8412345"/>
              <a:gd name="connsiteY7" fmla="*/ 4067177 h 4067177"/>
              <a:gd name="connsiteX8" fmla="*/ 1452936 w 8412345"/>
              <a:gd name="connsiteY8" fmla="*/ 4067177 h 4067177"/>
              <a:gd name="connsiteX9" fmla="*/ 0 w 8412345"/>
              <a:gd name="connsiteY9" fmla="*/ 0 h 4067177"/>
              <a:gd name="connsiteX0" fmla="*/ 8412344 w 8412345"/>
              <a:gd name="connsiteY0" fmla="*/ 3524256 h 4067177"/>
              <a:gd name="connsiteX1" fmla="*/ 7994333 w 8412345"/>
              <a:gd name="connsiteY1" fmla="*/ 3752847 h 4067177"/>
              <a:gd name="connsiteX2" fmla="*/ 8412344 w 8412345"/>
              <a:gd name="connsiteY2" fmla="*/ 3752847 h 4067177"/>
              <a:gd name="connsiteX3" fmla="*/ 8412344 w 8412345"/>
              <a:gd name="connsiteY3" fmla="*/ 3524256 h 4067177"/>
              <a:gd name="connsiteX4" fmla="*/ 0 w 8412345"/>
              <a:gd name="connsiteY4" fmla="*/ 0 h 4067177"/>
              <a:gd name="connsiteX5" fmla="*/ 8412345 w 8412345"/>
              <a:gd name="connsiteY5" fmla="*/ 0 h 4067177"/>
              <a:gd name="connsiteX6" fmla="*/ 8412345 w 8412345"/>
              <a:gd name="connsiteY6" fmla="*/ 4067177 h 4067177"/>
              <a:gd name="connsiteX7" fmla="*/ 1452936 w 8412345"/>
              <a:gd name="connsiteY7" fmla="*/ 4067177 h 4067177"/>
              <a:gd name="connsiteX8" fmla="*/ 0 w 8412345"/>
              <a:gd name="connsiteY8" fmla="*/ 0 h 4067177"/>
              <a:gd name="connsiteX0" fmla="*/ 8412344 w 8412345"/>
              <a:gd name="connsiteY0" fmla="*/ 3524256 h 4067177"/>
              <a:gd name="connsiteX1" fmla="*/ 8412344 w 8412345"/>
              <a:gd name="connsiteY1" fmla="*/ 3752847 h 4067177"/>
              <a:gd name="connsiteX2" fmla="*/ 8412344 w 8412345"/>
              <a:gd name="connsiteY2" fmla="*/ 3524256 h 4067177"/>
              <a:gd name="connsiteX3" fmla="*/ 0 w 8412345"/>
              <a:gd name="connsiteY3" fmla="*/ 0 h 4067177"/>
              <a:gd name="connsiteX4" fmla="*/ 8412345 w 8412345"/>
              <a:gd name="connsiteY4" fmla="*/ 0 h 4067177"/>
              <a:gd name="connsiteX5" fmla="*/ 8412345 w 8412345"/>
              <a:gd name="connsiteY5" fmla="*/ 4067177 h 4067177"/>
              <a:gd name="connsiteX6" fmla="*/ 1452936 w 8412345"/>
              <a:gd name="connsiteY6" fmla="*/ 4067177 h 4067177"/>
              <a:gd name="connsiteX7" fmla="*/ 0 w 8412345"/>
              <a:gd name="connsiteY7" fmla="*/ 0 h 4067177"/>
              <a:gd name="connsiteX0" fmla="*/ 0 w 8412345"/>
              <a:gd name="connsiteY0" fmla="*/ 0 h 4067177"/>
              <a:gd name="connsiteX1" fmla="*/ 8412345 w 8412345"/>
              <a:gd name="connsiteY1" fmla="*/ 0 h 4067177"/>
              <a:gd name="connsiteX2" fmla="*/ 8412345 w 8412345"/>
              <a:gd name="connsiteY2" fmla="*/ 4067177 h 4067177"/>
              <a:gd name="connsiteX3" fmla="*/ 1452936 w 8412345"/>
              <a:gd name="connsiteY3" fmla="*/ 4067177 h 4067177"/>
              <a:gd name="connsiteX4" fmla="*/ 0 w 8412345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2345" h="4067177">
                <a:moveTo>
                  <a:pt x="0" y="0"/>
                </a:moveTo>
                <a:lnTo>
                  <a:pt x="8412345" y="0"/>
                </a:lnTo>
                <a:lnTo>
                  <a:pt x="8412345" y="4067177"/>
                </a:lnTo>
                <a:lnTo>
                  <a:pt x="1452936" y="406717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98249CAB-AC39-4CCE-919B-8382181E4BB3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0" y="1285875"/>
            <a:ext cx="4432248" cy="4067177"/>
          </a:xfrm>
          <a:custGeom>
            <a:avLst/>
            <a:gdLst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904875 w 4432248"/>
              <a:gd name="connsiteY2" fmla="*/ 0 h 4067177"/>
              <a:gd name="connsiteX3" fmla="*/ 2979312 w 4432248"/>
              <a:gd name="connsiteY3" fmla="*/ 0 h 4067177"/>
              <a:gd name="connsiteX4" fmla="*/ 4432248 w 4432248"/>
              <a:gd name="connsiteY4" fmla="*/ 4067177 h 4067177"/>
              <a:gd name="connsiteX5" fmla="*/ 571500 w 4432248"/>
              <a:gd name="connsiteY5" fmla="*/ 4067177 h 4067177"/>
              <a:gd name="connsiteX6" fmla="*/ 571500 w 4432248"/>
              <a:gd name="connsiteY6" fmla="*/ 4067175 h 4067177"/>
              <a:gd name="connsiteX7" fmla="*/ 0 w 4432248"/>
              <a:gd name="connsiteY7" fmla="*/ 4067175 h 4067177"/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2979312 w 4432248"/>
              <a:gd name="connsiteY2" fmla="*/ 0 h 4067177"/>
              <a:gd name="connsiteX3" fmla="*/ 4432248 w 4432248"/>
              <a:gd name="connsiteY3" fmla="*/ 4067177 h 4067177"/>
              <a:gd name="connsiteX4" fmla="*/ 571500 w 4432248"/>
              <a:gd name="connsiteY4" fmla="*/ 4067177 h 4067177"/>
              <a:gd name="connsiteX5" fmla="*/ 571500 w 4432248"/>
              <a:gd name="connsiteY5" fmla="*/ 4067175 h 4067177"/>
              <a:gd name="connsiteX6" fmla="*/ 0 w 4432248"/>
              <a:gd name="connsiteY6" fmla="*/ 4067175 h 4067177"/>
              <a:gd name="connsiteX7" fmla="*/ 0 w 4432248"/>
              <a:gd name="connsiteY7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571500 w 4432248"/>
              <a:gd name="connsiteY4" fmla="*/ 4067175 h 4067177"/>
              <a:gd name="connsiteX5" fmla="*/ 0 w 4432248"/>
              <a:gd name="connsiteY5" fmla="*/ 4067175 h 4067177"/>
              <a:gd name="connsiteX6" fmla="*/ 0 w 4432248"/>
              <a:gd name="connsiteY6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0 w 4432248"/>
              <a:gd name="connsiteY4" fmla="*/ 4067175 h 4067177"/>
              <a:gd name="connsiteX5" fmla="*/ 0 w 4432248"/>
              <a:gd name="connsiteY5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0 w 4432248"/>
              <a:gd name="connsiteY3" fmla="*/ 4067175 h 4067177"/>
              <a:gd name="connsiteX4" fmla="*/ 0 w 4432248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2248" h="4067177">
                <a:moveTo>
                  <a:pt x="0" y="0"/>
                </a:moveTo>
                <a:lnTo>
                  <a:pt x="2979312" y="0"/>
                </a:lnTo>
                <a:lnTo>
                  <a:pt x="4432248" y="4067177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D0E4AAB-0F04-4DBA-B80B-E677726620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458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8" r:id="rId6"/>
    <p:sldLayoutId id="2147483679" r:id="rId7"/>
    <p:sldLayoutId id="2147483680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9" r:id="rId14"/>
    <p:sldLayoutId id="2147483687" r:id="rId15"/>
    <p:sldLayoutId id="2147483688" r:id="rId16"/>
    <p:sldLayoutId id="2147483671" r:id="rId17"/>
    <p:sldLayoutId id="214748367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75660C-A2BC-4136-B457-4ED81D5CD4EE}"/>
              </a:ext>
            </a:extLst>
          </p:cNvPr>
          <p:cNvSpPr txBox="1"/>
          <p:nvPr/>
        </p:nvSpPr>
        <p:spPr>
          <a:xfrm>
            <a:off x="6525103" y="4292153"/>
            <a:ext cx="5382251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l-PL" altLang="ko-KR" sz="2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,,</a:t>
            </a:r>
            <a:r>
              <a:rPr lang="en-US" altLang="ko-KR" sz="2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SECURITY ANALYSIS OF ARTIFICIAL INTELLIGENCE MODELS IN THE CONTEXT OF ADVERSARIAL ATTACKS AND A COMPARISON OF IBM ADVERSARIAL ROBUSTNESS TOOLBOX (ART) AND FOOLBOX</a:t>
            </a:r>
            <a:r>
              <a:rPr lang="pl-PL" altLang="ko-KR" sz="2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’’</a:t>
            </a:r>
            <a:endParaRPr lang="en-GB" altLang="ko-KR" sz="22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15413-E477-45AA-96B9-9316F6EBAF20}"/>
              </a:ext>
            </a:extLst>
          </p:cNvPr>
          <p:cNvSpPr txBox="1"/>
          <p:nvPr/>
        </p:nvSpPr>
        <p:spPr>
          <a:xfrm>
            <a:off x="488530" y="1258435"/>
            <a:ext cx="4464423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l-PL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587294" y="1159033"/>
            <a:ext cx="40833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l-PL" altLang="ko-K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Attacks</a:t>
            </a:r>
            <a:endParaRPr lang="ko-KR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77758-0130-4B47-B37B-2645E0648265}"/>
              </a:ext>
            </a:extLst>
          </p:cNvPr>
          <p:cNvGrpSpPr/>
          <p:nvPr/>
        </p:nvGrpSpPr>
        <p:grpSpPr>
          <a:xfrm>
            <a:off x="6096000" y="1344319"/>
            <a:ext cx="5038165" cy="1200329"/>
            <a:chOff x="756138" y="1100479"/>
            <a:chExt cx="4815287" cy="12003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47E2A2-80C5-4050-946D-2423EA7FB990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1">
                      <a:alpha val="40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7200" b="1" dirty="0">
                <a:solidFill>
                  <a:schemeClr val="accent1"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D9CA4B-818D-4FC2-B606-12A65F5454AA}"/>
                </a:ext>
              </a:extLst>
            </p:cNvPr>
            <p:cNvSpPr txBox="1"/>
            <p:nvPr/>
          </p:nvSpPr>
          <p:spPr>
            <a:xfrm>
              <a:off x="1923585" y="1540984"/>
              <a:ext cx="3647840" cy="3308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9" indent="-171459">
                <a:buFont typeface="Wingdings" panose="05000000000000000000" pitchFamily="2" charset="2"/>
                <a:buChar char="Ø"/>
              </a:pPr>
              <a:r>
                <a:rPr lang="pl-PL" altLang="ko-KR" sz="15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ko-KR" sz="15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inimal changes to input 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430930-E28C-4495-AA16-BE8B4280B144}"/>
              </a:ext>
            </a:extLst>
          </p:cNvPr>
          <p:cNvGrpSpPr/>
          <p:nvPr/>
        </p:nvGrpSpPr>
        <p:grpSpPr>
          <a:xfrm>
            <a:off x="6096000" y="3098295"/>
            <a:ext cx="5038165" cy="1200329"/>
            <a:chOff x="756138" y="1100479"/>
            <a:chExt cx="4815287" cy="12003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042D83-6D94-4C7D-AF7E-6001991A5C32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2">
                      <a:alpha val="40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7200" b="1" dirty="0">
                <a:solidFill>
                  <a:schemeClr val="accent2"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265188-9BE9-4313-A539-6528A964AACD}"/>
                </a:ext>
              </a:extLst>
            </p:cNvPr>
            <p:cNvSpPr txBox="1"/>
            <p:nvPr/>
          </p:nvSpPr>
          <p:spPr>
            <a:xfrm>
              <a:off x="1923585" y="1540985"/>
              <a:ext cx="3647840" cy="3308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9" indent="-171459">
                <a:buFont typeface="Wingdings" panose="05000000000000000000" pitchFamily="2" charset="2"/>
                <a:buChar char="Ø"/>
              </a:pPr>
              <a:r>
                <a:rPr lang="pl-PL" altLang="ko-KR" sz="15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ko-KR" sz="15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ead to incorrect model classification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97F79A-37DD-44B2-A79B-C1F933227444}"/>
              </a:ext>
            </a:extLst>
          </p:cNvPr>
          <p:cNvGrpSpPr/>
          <p:nvPr/>
        </p:nvGrpSpPr>
        <p:grpSpPr>
          <a:xfrm>
            <a:off x="6096000" y="4852271"/>
            <a:ext cx="5038165" cy="1200329"/>
            <a:chOff x="756138" y="1100479"/>
            <a:chExt cx="4815287" cy="120032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90E45A-078D-4537-9792-CA96313E8A83}"/>
                </a:ext>
              </a:extLst>
            </p:cNvPr>
            <p:cNvSpPr txBox="1"/>
            <p:nvPr/>
          </p:nvSpPr>
          <p:spPr>
            <a:xfrm>
              <a:off x="756138" y="1100479"/>
              <a:ext cx="1292103" cy="1200329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r"/>
              <a:r>
                <a:rPr lang="en-US" altLang="ko-KR" sz="7200" b="1" dirty="0">
                  <a:solidFill>
                    <a:schemeClr val="accent3">
                      <a:alpha val="40000"/>
                    </a:schemeClr>
                  </a:solidFill>
                  <a:cs typeface="Arial" pitchFamily="34" charset="0"/>
                </a:rPr>
                <a:t>03</a:t>
              </a:r>
              <a:endParaRPr lang="ko-KR" altLang="en-US" sz="7200" b="1" dirty="0">
                <a:solidFill>
                  <a:schemeClr val="accent3">
                    <a:alpha val="4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49DD5E-A68F-4ACA-895F-B6F1AFD2783A}"/>
                </a:ext>
              </a:extLst>
            </p:cNvPr>
            <p:cNvSpPr txBox="1"/>
            <p:nvPr/>
          </p:nvSpPr>
          <p:spPr>
            <a:xfrm>
              <a:off x="1923585" y="1540985"/>
              <a:ext cx="3647840" cy="3308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71459" indent="-171459">
                <a:buFont typeface="Wingdings" panose="05000000000000000000" pitchFamily="2" charset="2"/>
                <a:buChar char="Ø"/>
              </a:pPr>
              <a:r>
                <a:rPr lang="pl-PL" altLang="ko-KR" sz="15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 to detect</a:t>
              </a:r>
              <a:endParaRPr lang="en-US" altLang="ko-KR" sz="15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4989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6647F7-81C3-4EC3-BFB3-8428E4F3F1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0801" y="427626"/>
            <a:ext cx="7825389" cy="72424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AN ADVERSARIAL</a:t>
            </a:r>
            <a:r>
              <a:rPr lang="pl-PL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lang="pl-PL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3E2B977-037C-434D-9FF8-F1D49A4503D8}"/>
              </a:ext>
            </a:extLst>
          </p:cNvPr>
          <p:cNvSpPr/>
          <p:nvPr/>
        </p:nvSpPr>
        <p:spPr>
          <a:xfrm>
            <a:off x="10721107" y="3155245"/>
            <a:ext cx="752762" cy="752762"/>
          </a:xfrm>
          <a:prstGeom prst="round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D71D86-5491-452A-B372-E5D4B5830737}"/>
              </a:ext>
            </a:extLst>
          </p:cNvPr>
          <p:cNvSpPr/>
          <p:nvPr/>
        </p:nvSpPr>
        <p:spPr>
          <a:xfrm>
            <a:off x="9494233" y="4294742"/>
            <a:ext cx="752762" cy="752762"/>
          </a:xfrm>
          <a:prstGeom prst="round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909078-40EE-434F-B01B-33C1204B094F}"/>
              </a:ext>
            </a:extLst>
          </p:cNvPr>
          <p:cNvSpPr/>
          <p:nvPr/>
        </p:nvSpPr>
        <p:spPr>
          <a:xfrm>
            <a:off x="9494233" y="3155245"/>
            <a:ext cx="752762" cy="752762"/>
          </a:xfrm>
          <a:prstGeom prst="round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A8D6C08-45D9-41D8-BCB1-DFEABAB6C00D}"/>
              </a:ext>
            </a:extLst>
          </p:cNvPr>
          <p:cNvSpPr/>
          <p:nvPr/>
        </p:nvSpPr>
        <p:spPr>
          <a:xfrm>
            <a:off x="10721107" y="4294742"/>
            <a:ext cx="752762" cy="752762"/>
          </a:xfrm>
          <a:prstGeom prst="round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0" name="Isosceles Triangle 51">
            <a:extLst>
              <a:ext uri="{FF2B5EF4-FFF2-40B4-BE49-F238E27FC236}">
                <a16:creationId xmlns:a16="http://schemas.microsoft.com/office/drawing/2014/main" id="{CBB11E5C-CE00-4FC5-8734-FBD40E570E14}"/>
              </a:ext>
            </a:extLst>
          </p:cNvPr>
          <p:cNvSpPr/>
          <p:nvPr/>
        </p:nvSpPr>
        <p:spPr>
          <a:xfrm>
            <a:off x="9691981" y="3400634"/>
            <a:ext cx="357265" cy="26198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1" name="Trapezoid 13">
            <a:extLst>
              <a:ext uri="{FF2B5EF4-FFF2-40B4-BE49-F238E27FC236}">
                <a16:creationId xmlns:a16="http://schemas.microsoft.com/office/drawing/2014/main" id="{5290E83C-7974-4E98-8D0A-04E665B28250}"/>
              </a:ext>
            </a:extLst>
          </p:cNvPr>
          <p:cNvSpPr/>
          <p:nvPr/>
        </p:nvSpPr>
        <p:spPr>
          <a:xfrm>
            <a:off x="10916569" y="3407733"/>
            <a:ext cx="361838" cy="305956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AFFEE371-7B6E-47A5-A769-75402AE4F6DC}"/>
              </a:ext>
            </a:extLst>
          </p:cNvPr>
          <p:cNvSpPr/>
          <p:nvPr/>
        </p:nvSpPr>
        <p:spPr>
          <a:xfrm rot="2700000">
            <a:off x="10964527" y="4432749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22ACE9C3-4025-4130-92FE-3F6942F3F737}"/>
              </a:ext>
            </a:extLst>
          </p:cNvPr>
          <p:cNvSpPr/>
          <p:nvPr/>
        </p:nvSpPr>
        <p:spPr>
          <a:xfrm>
            <a:off x="9691981" y="4502568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48" name="Graphic 21">
            <a:extLst>
              <a:ext uri="{FF2B5EF4-FFF2-40B4-BE49-F238E27FC236}">
                <a16:creationId xmlns:a16="http://schemas.microsoft.com/office/drawing/2014/main" id="{0B54230B-DC32-4794-B893-66EF2675E9C6}"/>
              </a:ext>
            </a:extLst>
          </p:cNvPr>
          <p:cNvGrpSpPr/>
          <p:nvPr/>
        </p:nvGrpSpPr>
        <p:grpSpPr>
          <a:xfrm>
            <a:off x="5808014" y="1603872"/>
            <a:ext cx="1524196" cy="1956839"/>
            <a:chOff x="3425127" y="0"/>
            <a:chExt cx="5341746" cy="68580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E73413-725E-407E-A518-BA2ABFA67664}"/>
                </a:ext>
              </a:extLst>
            </p:cNvPr>
            <p:cNvSpPr/>
            <p:nvPr/>
          </p:nvSpPr>
          <p:spPr>
            <a:xfrm>
              <a:off x="3425013" y="0"/>
              <a:ext cx="5341478" cy="6856954"/>
            </a:xfrm>
            <a:custGeom>
              <a:avLst/>
              <a:gdLst>
                <a:gd name="connsiteX0" fmla="*/ 2688415 w 5341478"/>
                <a:gd name="connsiteY0" fmla="*/ 0 h 6856954"/>
                <a:gd name="connsiteX1" fmla="*/ 25123 w 5341478"/>
                <a:gd name="connsiteY1" fmla="*/ 1019550 h 6856954"/>
                <a:gd name="connsiteX2" fmla="*/ 25123 w 5341478"/>
                <a:gd name="connsiteY2" fmla="*/ 3846231 h 6856954"/>
                <a:gd name="connsiteX3" fmla="*/ 2642056 w 5341478"/>
                <a:gd name="connsiteY3" fmla="*/ 6856955 h 6856954"/>
                <a:gd name="connsiteX4" fmla="*/ 5338636 w 5341478"/>
                <a:gd name="connsiteY4" fmla="*/ 3952543 h 6856954"/>
                <a:gd name="connsiteX5" fmla="*/ 5338636 w 5341478"/>
                <a:gd name="connsiteY5" fmla="*/ 1048917 h 6856954"/>
                <a:gd name="connsiteX6" fmla="*/ 2688415 w 5341478"/>
                <a:gd name="connsiteY6" fmla="*/ 0 h 685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41478" h="6856954">
                  <a:moveTo>
                    <a:pt x="2688415" y="0"/>
                  </a:moveTo>
                  <a:cubicBezTo>
                    <a:pt x="2688415" y="0"/>
                    <a:pt x="956487" y="1166644"/>
                    <a:pt x="25123" y="1019550"/>
                  </a:cubicBezTo>
                  <a:cubicBezTo>
                    <a:pt x="-26116" y="2058707"/>
                    <a:pt x="15276" y="3058651"/>
                    <a:pt x="25123" y="3846231"/>
                  </a:cubicBezTo>
                  <a:cubicBezTo>
                    <a:pt x="54577" y="5744861"/>
                    <a:pt x="2642056" y="6856955"/>
                    <a:pt x="2642056" y="6856955"/>
                  </a:cubicBezTo>
                  <a:cubicBezTo>
                    <a:pt x="2642056" y="6856955"/>
                    <a:pt x="5064141" y="5921234"/>
                    <a:pt x="5338636" y="3952543"/>
                  </a:cubicBezTo>
                  <a:cubicBezTo>
                    <a:pt x="5328789" y="2980224"/>
                    <a:pt x="5348483" y="1950827"/>
                    <a:pt x="5338636" y="1048917"/>
                  </a:cubicBezTo>
                  <a:cubicBezTo>
                    <a:pt x="3593636" y="764663"/>
                    <a:pt x="2688415" y="0"/>
                    <a:pt x="2688415" y="0"/>
                  </a:cubicBezTo>
                  <a:close/>
                </a:path>
              </a:pathLst>
            </a:custGeom>
            <a:noFill/>
            <a:ln w="3175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6E26566-759C-47AA-9EC1-1F32C5498C47}"/>
                </a:ext>
              </a:extLst>
            </p:cNvPr>
            <p:cNvSpPr/>
            <p:nvPr/>
          </p:nvSpPr>
          <p:spPr>
            <a:xfrm>
              <a:off x="3692070" y="321376"/>
              <a:ext cx="4817313" cy="6184138"/>
            </a:xfrm>
            <a:custGeom>
              <a:avLst/>
              <a:gdLst>
                <a:gd name="connsiteX0" fmla="*/ 2424582 w 4817313"/>
                <a:gd name="connsiteY0" fmla="*/ 0 h 6184138"/>
                <a:gd name="connsiteX1" fmla="*/ 22626 w 4817313"/>
                <a:gd name="connsiteY1" fmla="*/ 919512 h 6184138"/>
                <a:gd name="connsiteX2" fmla="*/ 22626 w 4817313"/>
                <a:gd name="connsiteY2" fmla="*/ 3468824 h 6184138"/>
                <a:gd name="connsiteX3" fmla="*/ 2382841 w 4817313"/>
                <a:gd name="connsiteY3" fmla="*/ 6184138 h 6184138"/>
                <a:gd name="connsiteX4" fmla="*/ 4814773 w 4817313"/>
                <a:gd name="connsiteY4" fmla="*/ 3564766 h 6184138"/>
                <a:gd name="connsiteX5" fmla="*/ 4814773 w 4817313"/>
                <a:gd name="connsiteY5" fmla="*/ 946003 h 6184138"/>
                <a:gd name="connsiteX6" fmla="*/ 2424582 w 4817313"/>
                <a:gd name="connsiteY6" fmla="*/ 0 h 618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7313" h="6184138">
                  <a:moveTo>
                    <a:pt x="2424582" y="0"/>
                  </a:moveTo>
                  <a:cubicBezTo>
                    <a:pt x="2424582" y="0"/>
                    <a:pt x="862578" y="1052141"/>
                    <a:pt x="22626" y="919512"/>
                  </a:cubicBezTo>
                  <a:cubicBezTo>
                    <a:pt x="-23559" y="1856714"/>
                    <a:pt x="13825" y="2758537"/>
                    <a:pt x="22626" y="3468824"/>
                  </a:cubicBezTo>
                  <a:cubicBezTo>
                    <a:pt x="49117" y="5181145"/>
                    <a:pt x="2382841" y="6184138"/>
                    <a:pt x="2382841" y="6184138"/>
                  </a:cubicBezTo>
                  <a:cubicBezTo>
                    <a:pt x="2382841" y="6184138"/>
                    <a:pt x="4567206" y="5340265"/>
                    <a:pt x="4814773" y="3564766"/>
                  </a:cubicBezTo>
                  <a:cubicBezTo>
                    <a:pt x="4805973" y="2687778"/>
                    <a:pt x="4823575" y="1759465"/>
                    <a:pt x="4814773" y="946003"/>
                  </a:cubicBezTo>
                  <a:cubicBezTo>
                    <a:pt x="3240919" y="689634"/>
                    <a:pt x="2424582" y="0"/>
                    <a:pt x="2424582" y="0"/>
                  </a:cubicBezTo>
                  <a:close/>
                </a:path>
              </a:pathLst>
            </a:custGeom>
            <a:solidFill>
              <a:schemeClr val="accent1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BF009A-D2AB-45D7-BF4D-FF36774E069C}"/>
                </a:ext>
              </a:extLst>
            </p:cNvPr>
            <p:cNvSpPr/>
            <p:nvPr/>
          </p:nvSpPr>
          <p:spPr>
            <a:xfrm>
              <a:off x="5077582" y="3107623"/>
              <a:ext cx="1971904" cy="1813799"/>
            </a:xfrm>
            <a:custGeom>
              <a:avLst/>
              <a:gdLst>
                <a:gd name="connsiteX0" fmla="*/ 1970433 w 1971904"/>
                <a:gd name="connsiteY0" fmla="*/ 1441139 h 1813799"/>
                <a:gd name="connsiteX1" fmla="*/ 0 w 1971904"/>
                <a:gd name="connsiteY1" fmla="*/ 1441139 h 1813799"/>
                <a:gd name="connsiteX2" fmla="*/ 0 w 1971904"/>
                <a:gd name="connsiteY2" fmla="*/ 0 h 1813799"/>
                <a:gd name="connsiteX3" fmla="*/ 1970433 w 1971904"/>
                <a:gd name="connsiteY3" fmla="*/ 0 h 1813799"/>
                <a:gd name="connsiteX4" fmla="*/ 1970433 w 1971904"/>
                <a:gd name="connsiteY4" fmla="*/ 1441139 h 181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904" h="1813799">
                  <a:moveTo>
                    <a:pt x="1970433" y="1441139"/>
                  </a:moveTo>
                  <a:cubicBezTo>
                    <a:pt x="1467194" y="1954225"/>
                    <a:pt x="555524" y="1921547"/>
                    <a:pt x="0" y="1441139"/>
                  </a:cubicBezTo>
                  <a:cubicBezTo>
                    <a:pt x="0" y="1079329"/>
                    <a:pt x="0" y="0"/>
                    <a:pt x="0" y="0"/>
                  </a:cubicBezTo>
                  <a:lnTo>
                    <a:pt x="1970433" y="0"/>
                  </a:lnTo>
                  <a:cubicBezTo>
                    <a:pt x="1970433" y="87"/>
                    <a:pt x="1973745" y="1079329"/>
                    <a:pt x="1970433" y="1441139"/>
                  </a:cubicBezTo>
                  <a:close/>
                </a:path>
              </a:pathLst>
            </a:custGeom>
            <a:solidFill>
              <a:srgbClr val="FFFFFF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969E853-53BA-4370-8367-45DA0D23F204}"/>
                </a:ext>
              </a:extLst>
            </p:cNvPr>
            <p:cNvSpPr/>
            <p:nvPr/>
          </p:nvSpPr>
          <p:spPr>
            <a:xfrm>
              <a:off x="5332382" y="1718072"/>
              <a:ext cx="1483576" cy="1261366"/>
            </a:xfrm>
            <a:custGeom>
              <a:avLst/>
              <a:gdLst>
                <a:gd name="connsiteX0" fmla="*/ 741832 w 1483576"/>
                <a:gd name="connsiteY0" fmla="*/ 0 h 1261366"/>
                <a:gd name="connsiteX1" fmla="*/ 741832 w 1483576"/>
                <a:gd name="connsiteY1" fmla="*/ 0 h 1261366"/>
                <a:gd name="connsiteX2" fmla="*/ 0 w 1483576"/>
                <a:gd name="connsiteY2" fmla="*/ 741745 h 1261366"/>
                <a:gd name="connsiteX3" fmla="*/ 0 w 1483576"/>
                <a:gd name="connsiteY3" fmla="*/ 1261367 h 1261366"/>
                <a:gd name="connsiteX4" fmla="*/ 292445 w 1483576"/>
                <a:gd name="connsiteY4" fmla="*/ 1261367 h 1261366"/>
                <a:gd name="connsiteX5" fmla="*/ 292445 w 1483576"/>
                <a:gd name="connsiteY5" fmla="*/ 735209 h 1261366"/>
                <a:gd name="connsiteX6" fmla="*/ 719698 w 1483576"/>
                <a:gd name="connsiteY6" fmla="*/ 307956 h 1261366"/>
                <a:gd name="connsiteX7" fmla="*/ 719698 w 1483576"/>
                <a:gd name="connsiteY7" fmla="*/ 307956 h 1261366"/>
                <a:gd name="connsiteX8" fmla="*/ 1146950 w 1483576"/>
                <a:gd name="connsiteY8" fmla="*/ 735209 h 1261366"/>
                <a:gd name="connsiteX9" fmla="*/ 1146950 w 1483576"/>
                <a:gd name="connsiteY9" fmla="*/ 1261367 h 1261366"/>
                <a:gd name="connsiteX10" fmla="*/ 1483576 w 1483576"/>
                <a:gd name="connsiteY10" fmla="*/ 1261367 h 1261366"/>
                <a:gd name="connsiteX11" fmla="*/ 1483576 w 1483576"/>
                <a:gd name="connsiteY11" fmla="*/ 741745 h 1261366"/>
                <a:gd name="connsiteX12" fmla="*/ 741832 w 1483576"/>
                <a:gd name="connsiteY12" fmla="*/ 0 h 1261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83576" h="1261366">
                  <a:moveTo>
                    <a:pt x="741832" y="0"/>
                  </a:moveTo>
                  <a:lnTo>
                    <a:pt x="741832" y="0"/>
                  </a:lnTo>
                  <a:cubicBezTo>
                    <a:pt x="332182" y="0"/>
                    <a:pt x="0" y="332095"/>
                    <a:pt x="0" y="741745"/>
                  </a:cubicBezTo>
                  <a:lnTo>
                    <a:pt x="0" y="1261367"/>
                  </a:lnTo>
                  <a:lnTo>
                    <a:pt x="292445" y="1261367"/>
                  </a:lnTo>
                  <a:lnTo>
                    <a:pt x="292445" y="735209"/>
                  </a:lnTo>
                  <a:cubicBezTo>
                    <a:pt x="292445" y="499231"/>
                    <a:pt x="483720" y="307956"/>
                    <a:pt x="719698" y="307956"/>
                  </a:cubicBezTo>
                  <a:lnTo>
                    <a:pt x="719698" y="307956"/>
                  </a:lnTo>
                  <a:cubicBezTo>
                    <a:pt x="955676" y="307956"/>
                    <a:pt x="1146950" y="499231"/>
                    <a:pt x="1146950" y="735209"/>
                  </a:cubicBezTo>
                  <a:lnTo>
                    <a:pt x="1146950" y="1261367"/>
                  </a:lnTo>
                  <a:lnTo>
                    <a:pt x="1483576" y="1261367"/>
                  </a:lnTo>
                  <a:lnTo>
                    <a:pt x="1483576" y="741745"/>
                  </a:lnTo>
                  <a:cubicBezTo>
                    <a:pt x="1483664" y="332095"/>
                    <a:pt x="1151569" y="0"/>
                    <a:pt x="741832" y="0"/>
                  </a:cubicBezTo>
                  <a:close/>
                </a:path>
              </a:pathLst>
            </a:custGeom>
            <a:solidFill>
              <a:srgbClr val="FFFFFF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042672A-C679-4F0E-841C-B139E1A495E6}"/>
                </a:ext>
              </a:extLst>
            </p:cNvPr>
            <p:cNvSpPr/>
            <p:nvPr/>
          </p:nvSpPr>
          <p:spPr>
            <a:xfrm>
              <a:off x="5864640" y="3547424"/>
              <a:ext cx="405205" cy="796469"/>
            </a:xfrm>
            <a:custGeom>
              <a:avLst/>
              <a:gdLst>
                <a:gd name="connsiteX0" fmla="*/ 353618 w 405205"/>
                <a:gd name="connsiteY0" fmla="*/ 639528 h 796469"/>
                <a:gd name="connsiteX1" fmla="*/ 310135 w 405205"/>
                <a:gd name="connsiteY1" fmla="*/ 639528 h 796469"/>
                <a:gd name="connsiteX2" fmla="*/ 311529 w 405205"/>
                <a:gd name="connsiteY2" fmla="*/ 628026 h 796469"/>
                <a:gd name="connsiteX3" fmla="*/ 311529 w 405205"/>
                <a:gd name="connsiteY3" fmla="*/ 570861 h 796469"/>
                <a:gd name="connsiteX4" fmla="*/ 261685 w 405205"/>
                <a:gd name="connsiteY4" fmla="*/ 521016 h 796469"/>
                <a:gd name="connsiteX5" fmla="*/ 261423 w 405205"/>
                <a:gd name="connsiteY5" fmla="*/ 521016 h 796469"/>
                <a:gd name="connsiteX6" fmla="*/ 261423 w 405205"/>
                <a:gd name="connsiteY6" fmla="*/ 396492 h 796469"/>
                <a:gd name="connsiteX7" fmla="*/ 405206 w 405205"/>
                <a:gd name="connsiteY7" fmla="*/ 202603 h 796469"/>
                <a:gd name="connsiteX8" fmla="*/ 202603 w 405205"/>
                <a:gd name="connsiteY8" fmla="*/ 0 h 796469"/>
                <a:gd name="connsiteX9" fmla="*/ 0 w 405205"/>
                <a:gd name="connsiteY9" fmla="*/ 202603 h 796469"/>
                <a:gd name="connsiteX10" fmla="*/ 143783 w 405205"/>
                <a:gd name="connsiteY10" fmla="*/ 396492 h 796469"/>
                <a:gd name="connsiteX11" fmla="*/ 143783 w 405205"/>
                <a:gd name="connsiteY11" fmla="*/ 521016 h 796469"/>
                <a:gd name="connsiteX12" fmla="*/ 143521 w 405205"/>
                <a:gd name="connsiteY12" fmla="*/ 521016 h 796469"/>
                <a:gd name="connsiteX13" fmla="*/ 93677 w 405205"/>
                <a:gd name="connsiteY13" fmla="*/ 570861 h 796469"/>
                <a:gd name="connsiteX14" fmla="*/ 93677 w 405205"/>
                <a:gd name="connsiteY14" fmla="*/ 628026 h 796469"/>
                <a:gd name="connsiteX15" fmla="*/ 95071 w 405205"/>
                <a:gd name="connsiteY15" fmla="*/ 639528 h 796469"/>
                <a:gd name="connsiteX16" fmla="*/ 51587 w 405205"/>
                <a:gd name="connsiteY16" fmla="*/ 639528 h 796469"/>
                <a:gd name="connsiteX17" fmla="*/ 21785 w 405205"/>
                <a:gd name="connsiteY17" fmla="*/ 669330 h 796469"/>
                <a:gd name="connsiteX18" fmla="*/ 21785 w 405205"/>
                <a:gd name="connsiteY18" fmla="*/ 766667 h 796469"/>
                <a:gd name="connsiteX19" fmla="*/ 51587 w 405205"/>
                <a:gd name="connsiteY19" fmla="*/ 796469 h 796469"/>
                <a:gd name="connsiteX20" fmla="*/ 353705 w 405205"/>
                <a:gd name="connsiteY20" fmla="*/ 796469 h 796469"/>
                <a:gd name="connsiteX21" fmla="*/ 383508 w 405205"/>
                <a:gd name="connsiteY21" fmla="*/ 766667 h 796469"/>
                <a:gd name="connsiteX22" fmla="*/ 383508 w 405205"/>
                <a:gd name="connsiteY22" fmla="*/ 669330 h 796469"/>
                <a:gd name="connsiteX23" fmla="*/ 353618 w 405205"/>
                <a:gd name="connsiteY23" fmla="*/ 639528 h 796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5205" h="796469">
                  <a:moveTo>
                    <a:pt x="353618" y="639528"/>
                  </a:moveTo>
                  <a:lnTo>
                    <a:pt x="310135" y="639528"/>
                  </a:lnTo>
                  <a:cubicBezTo>
                    <a:pt x="311006" y="635781"/>
                    <a:pt x="311529" y="631947"/>
                    <a:pt x="311529" y="628026"/>
                  </a:cubicBezTo>
                  <a:lnTo>
                    <a:pt x="311529" y="570861"/>
                  </a:lnTo>
                  <a:cubicBezTo>
                    <a:pt x="311529" y="543324"/>
                    <a:pt x="289221" y="521016"/>
                    <a:pt x="261685" y="521016"/>
                  </a:cubicBezTo>
                  <a:lnTo>
                    <a:pt x="261423" y="521016"/>
                  </a:lnTo>
                  <a:lnTo>
                    <a:pt x="261423" y="396492"/>
                  </a:lnTo>
                  <a:cubicBezTo>
                    <a:pt x="344643" y="371308"/>
                    <a:pt x="405206" y="294014"/>
                    <a:pt x="405206" y="202603"/>
                  </a:cubicBezTo>
                  <a:cubicBezTo>
                    <a:pt x="405206" y="90714"/>
                    <a:pt x="314492" y="0"/>
                    <a:pt x="202603" y="0"/>
                  </a:cubicBezTo>
                  <a:cubicBezTo>
                    <a:pt x="90714" y="0"/>
                    <a:pt x="0" y="90714"/>
                    <a:pt x="0" y="202603"/>
                  </a:cubicBezTo>
                  <a:cubicBezTo>
                    <a:pt x="0" y="294014"/>
                    <a:pt x="60563" y="371308"/>
                    <a:pt x="143783" y="396492"/>
                  </a:cubicBezTo>
                  <a:lnTo>
                    <a:pt x="143783" y="521016"/>
                  </a:lnTo>
                  <a:lnTo>
                    <a:pt x="143521" y="521016"/>
                  </a:lnTo>
                  <a:cubicBezTo>
                    <a:pt x="115985" y="521016"/>
                    <a:pt x="93677" y="543324"/>
                    <a:pt x="93677" y="570861"/>
                  </a:cubicBezTo>
                  <a:lnTo>
                    <a:pt x="93677" y="628026"/>
                  </a:lnTo>
                  <a:cubicBezTo>
                    <a:pt x="93677" y="632034"/>
                    <a:pt x="94199" y="635868"/>
                    <a:pt x="95071" y="639528"/>
                  </a:cubicBezTo>
                  <a:lnTo>
                    <a:pt x="51587" y="639528"/>
                  </a:lnTo>
                  <a:cubicBezTo>
                    <a:pt x="35118" y="639528"/>
                    <a:pt x="21785" y="652861"/>
                    <a:pt x="21785" y="669330"/>
                  </a:cubicBezTo>
                  <a:lnTo>
                    <a:pt x="21785" y="766667"/>
                  </a:lnTo>
                  <a:cubicBezTo>
                    <a:pt x="21785" y="783137"/>
                    <a:pt x="35118" y="796469"/>
                    <a:pt x="51587" y="796469"/>
                  </a:cubicBezTo>
                  <a:lnTo>
                    <a:pt x="353705" y="796469"/>
                  </a:lnTo>
                  <a:cubicBezTo>
                    <a:pt x="370175" y="796469"/>
                    <a:pt x="383508" y="783137"/>
                    <a:pt x="383508" y="766667"/>
                  </a:cubicBezTo>
                  <a:lnTo>
                    <a:pt x="383508" y="669330"/>
                  </a:lnTo>
                  <a:cubicBezTo>
                    <a:pt x="383333" y="652861"/>
                    <a:pt x="370001" y="639528"/>
                    <a:pt x="353618" y="639528"/>
                  </a:cubicBezTo>
                  <a:close/>
                </a:path>
              </a:pathLst>
            </a:custGeom>
            <a:solidFill>
              <a:schemeClr val="accent1"/>
            </a:solidFill>
            <a:ln w="87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Obraz 5">
            <a:extLst>
              <a:ext uri="{FF2B5EF4-FFF2-40B4-BE49-F238E27FC236}">
                <a16:creationId xmlns:a16="http://schemas.microsoft.com/office/drawing/2014/main" id="{C10B1C98-BD56-4EEE-1759-F05F3FDA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24" y="2905369"/>
            <a:ext cx="4432647" cy="248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4422" y="277933"/>
            <a:ext cx="8023155" cy="724247"/>
          </a:xfr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FOOLBOX – TYPES OF ADVERSARIAL ATTACKS</a:t>
            </a:r>
            <a:endParaRPr lang="pl-PL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2B2B9-AAD0-449B-BF17-F87894A2592E}"/>
              </a:ext>
            </a:extLst>
          </p:cNvPr>
          <p:cNvSpPr/>
          <p:nvPr/>
        </p:nvSpPr>
        <p:spPr>
          <a:xfrm>
            <a:off x="0" y="6018040"/>
            <a:ext cx="12192000" cy="83995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ight Arrow 5">
            <a:extLst>
              <a:ext uri="{FF2B5EF4-FFF2-40B4-BE49-F238E27FC236}">
                <a16:creationId xmlns:a16="http://schemas.microsoft.com/office/drawing/2014/main" id="{2D3A2FE2-0D42-4306-85F3-594E43B4A80E}"/>
              </a:ext>
            </a:extLst>
          </p:cNvPr>
          <p:cNvSpPr/>
          <p:nvPr/>
        </p:nvSpPr>
        <p:spPr>
          <a:xfrm flipH="1">
            <a:off x="748642" y="1927478"/>
            <a:ext cx="8508720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ight Arrow 54">
            <a:extLst>
              <a:ext uri="{FF2B5EF4-FFF2-40B4-BE49-F238E27FC236}">
                <a16:creationId xmlns:a16="http://schemas.microsoft.com/office/drawing/2014/main" id="{0FE2AFA6-2E28-44AA-BB33-59CD1A0C16BD}"/>
              </a:ext>
            </a:extLst>
          </p:cNvPr>
          <p:cNvSpPr/>
          <p:nvPr/>
        </p:nvSpPr>
        <p:spPr>
          <a:xfrm flipH="1">
            <a:off x="1524796" y="3094005"/>
            <a:ext cx="7732566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ight Arrow 55">
            <a:extLst>
              <a:ext uri="{FF2B5EF4-FFF2-40B4-BE49-F238E27FC236}">
                <a16:creationId xmlns:a16="http://schemas.microsoft.com/office/drawing/2014/main" id="{529F96B2-E360-4F4E-B593-6CD9AC6832DF}"/>
              </a:ext>
            </a:extLst>
          </p:cNvPr>
          <p:cNvSpPr/>
          <p:nvPr/>
        </p:nvSpPr>
        <p:spPr>
          <a:xfrm flipH="1">
            <a:off x="2295696" y="4260532"/>
            <a:ext cx="6961666" cy="936104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35BEC2FF-F205-A95C-85F8-2BAF71375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29" y="1524632"/>
            <a:ext cx="5539888" cy="4074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280C3CCB-00FF-7BA1-34A4-5AF0E9593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919" y="3550024"/>
            <a:ext cx="4805082" cy="3307976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EDE959F-2D58-3E0B-0482-2E21A7FCAF1B}"/>
              </a:ext>
            </a:extLst>
          </p:cNvPr>
          <p:cNvSpPr txBox="1">
            <a:spLocks/>
          </p:cNvSpPr>
          <p:nvPr/>
        </p:nvSpPr>
        <p:spPr>
          <a:xfrm>
            <a:off x="6591538" y="561097"/>
            <a:ext cx="4805083" cy="13394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MNIST Model Implementation – Test Data Preparation and ART Classifier Configuration</a:t>
            </a:r>
            <a:endParaRPr lang="pl-PL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5BB9EAA-10C5-51A9-4F23-A1F76AAA8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582" y="966370"/>
            <a:ext cx="3893160" cy="49252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9721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4445" y="405017"/>
            <a:ext cx="10223110" cy="724247"/>
          </a:xfrm>
          <a:solidFill>
            <a:srgbClr val="92D050"/>
          </a:solidFill>
        </p:spPr>
        <p:txBody>
          <a:bodyPr/>
          <a:lstStyle/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– MODEL ACCURACY BEFORE AND AFTER THE FGSM ATTACK</a:t>
            </a:r>
            <a:endParaRPr lang="pl-PL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9BFDD0-4923-4D76-A2E0-18E0CC660462}"/>
              </a:ext>
            </a:extLst>
          </p:cNvPr>
          <p:cNvGrpSpPr/>
          <p:nvPr/>
        </p:nvGrpSpPr>
        <p:grpSpPr>
          <a:xfrm>
            <a:off x="7945485" y="2230406"/>
            <a:ext cx="3786080" cy="4951423"/>
            <a:chOff x="7907899" y="2308624"/>
            <a:chExt cx="3597749" cy="4951423"/>
          </a:xfrm>
        </p:grpSpPr>
        <p:sp>
          <p:nvSpPr>
            <p:cNvPr id="34" name="자유형: 도형 96">
              <a:extLst>
                <a:ext uri="{FF2B5EF4-FFF2-40B4-BE49-F238E27FC236}">
                  <a16:creationId xmlns:a16="http://schemas.microsoft.com/office/drawing/2014/main" id="{FBC0F355-2D4B-4EBE-838F-0690108AA72F}"/>
                </a:ext>
              </a:extLst>
            </p:cNvPr>
            <p:cNvSpPr/>
            <p:nvPr/>
          </p:nvSpPr>
          <p:spPr>
            <a:xfrm rot="8348922">
              <a:off x="11198871" y="4958370"/>
              <a:ext cx="306777" cy="2301677"/>
            </a:xfrm>
            <a:custGeom>
              <a:avLst/>
              <a:gdLst>
                <a:gd name="connsiteX0" fmla="*/ 0 w 281140"/>
                <a:gd name="connsiteY0" fmla="*/ 2109328 h 2109330"/>
                <a:gd name="connsiteX1" fmla="*/ 0 w 281140"/>
                <a:gd name="connsiteY1" fmla="*/ 0 h 2109330"/>
                <a:gd name="connsiteX2" fmla="*/ 281140 w 281140"/>
                <a:gd name="connsiteY2" fmla="*/ 243113 h 2109330"/>
                <a:gd name="connsiteX3" fmla="*/ 281140 w 281140"/>
                <a:gd name="connsiteY3" fmla="*/ 2109330 h 2109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140" h="2109330">
                  <a:moveTo>
                    <a:pt x="0" y="2109328"/>
                  </a:moveTo>
                  <a:lnTo>
                    <a:pt x="0" y="0"/>
                  </a:lnTo>
                  <a:lnTo>
                    <a:pt x="281140" y="243113"/>
                  </a:lnTo>
                  <a:lnTo>
                    <a:pt x="281140" y="210933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5" name="Donut 4">
              <a:extLst>
                <a:ext uri="{FF2B5EF4-FFF2-40B4-BE49-F238E27FC236}">
                  <a16:creationId xmlns:a16="http://schemas.microsoft.com/office/drawing/2014/main" id="{3152BDFF-172A-43EE-8C1E-F67F44872127}"/>
                </a:ext>
              </a:extLst>
            </p:cNvPr>
            <p:cNvSpPr/>
            <p:nvPr/>
          </p:nvSpPr>
          <p:spPr>
            <a:xfrm>
              <a:off x="7907899" y="2308624"/>
              <a:ext cx="3099805" cy="3099806"/>
            </a:xfrm>
            <a:prstGeom prst="donut">
              <a:avLst>
                <a:gd name="adj" fmla="val 366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6" name="Round Same Side Corner Rectangle 5">
              <a:extLst>
                <a:ext uri="{FF2B5EF4-FFF2-40B4-BE49-F238E27FC236}">
                  <a16:creationId xmlns:a16="http://schemas.microsoft.com/office/drawing/2014/main" id="{2FBB1A01-C531-4B1F-9261-E0AEC7CD7387}"/>
                </a:ext>
              </a:extLst>
            </p:cNvPr>
            <p:cNvSpPr/>
            <p:nvPr/>
          </p:nvSpPr>
          <p:spPr>
            <a:xfrm rot="8399802">
              <a:off x="10257449" y="4979836"/>
              <a:ext cx="498891" cy="307559"/>
            </a:xfrm>
            <a:prstGeom prst="round2SameRect">
              <a:avLst>
                <a:gd name="adj1" fmla="val 31004"/>
                <a:gd name="adj2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pic>
        <p:nvPicPr>
          <p:cNvPr id="78" name="Obraz 77">
            <a:extLst>
              <a:ext uri="{FF2B5EF4-FFF2-40B4-BE49-F238E27FC236}">
                <a16:creationId xmlns:a16="http://schemas.microsoft.com/office/drawing/2014/main" id="{6D354D6D-A2E3-9899-104E-5384794EF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869" y="2794405"/>
            <a:ext cx="2051301" cy="1974451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59445CD5-5A2A-506C-FEF0-0463DBE8A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45" y="2368061"/>
            <a:ext cx="5201201" cy="282449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1188" y="395542"/>
            <a:ext cx="6749624" cy="724247"/>
          </a:xfrm>
          <a:solidFill>
            <a:srgbClr val="FFFF00"/>
          </a:solidFill>
        </p:spPr>
        <p:txBody>
          <a:bodyPr/>
          <a:lstStyle/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 COMPARISON: FOOLBOX VS ART</a:t>
            </a:r>
            <a:endParaRPr lang="pl-PL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8032FC1-7716-4275-8B27-732CC43FF5A7}"/>
              </a:ext>
            </a:extLst>
          </p:cNvPr>
          <p:cNvGrpSpPr/>
          <p:nvPr/>
        </p:nvGrpSpPr>
        <p:grpSpPr>
          <a:xfrm>
            <a:off x="688321" y="2309358"/>
            <a:ext cx="589085" cy="589085"/>
            <a:chOff x="1582614" y="2839915"/>
            <a:chExt cx="589085" cy="589085"/>
          </a:xfrm>
          <a:solidFill>
            <a:schemeClr val="accent1"/>
          </a:solidFill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4D5EE85-07C8-44F2-B27D-F4CC7FD78D7D}"/>
                </a:ext>
              </a:extLst>
            </p:cNvPr>
            <p:cNvSpPr/>
            <p:nvPr/>
          </p:nvSpPr>
          <p:spPr>
            <a:xfrm>
              <a:off x="1582614" y="2839915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2400142-A3F3-48FB-AAA4-CA4B5707B4D0}"/>
                </a:ext>
              </a:extLst>
            </p:cNvPr>
            <p:cNvSpPr/>
            <p:nvPr/>
          </p:nvSpPr>
          <p:spPr>
            <a:xfrm rot="5400000">
              <a:off x="1808577" y="2613952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884FF32-0B5B-49F5-A8A2-A44971B844DD}"/>
              </a:ext>
            </a:extLst>
          </p:cNvPr>
          <p:cNvGrpSpPr/>
          <p:nvPr/>
        </p:nvGrpSpPr>
        <p:grpSpPr>
          <a:xfrm rot="5400000">
            <a:off x="4083152" y="2382967"/>
            <a:ext cx="589085" cy="589085"/>
            <a:chOff x="1582614" y="2839915"/>
            <a:chExt cx="589085" cy="589085"/>
          </a:xfrm>
          <a:solidFill>
            <a:schemeClr val="accent1"/>
          </a:solidFill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BB50FD1-9D6B-44A0-977E-02BF8D095282}"/>
                </a:ext>
              </a:extLst>
            </p:cNvPr>
            <p:cNvSpPr/>
            <p:nvPr/>
          </p:nvSpPr>
          <p:spPr>
            <a:xfrm>
              <a:off x="1582614" y="2839915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375878E-182D-4B9B-8063-C1DD97A06AE3}"/>
                </a:ext>
              </a:extLst>
            </p:cNvPr>
            <p:cNvSpPr/>
            <p:nvPr/>
          </p:nvSpPr>
          <p:spPr>
            <a:xfrm rot="5400000">
              <a:off x="1808577" y="2613952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43E65E9-7691-44DF-B8A1-BD3AC1EABB6F}"/>
              </a:ext>
            </a:extLst>
          </p:cNvPr>
          <p:cNvGrpSpPr/>
          <p:nvPr/>
        </p:nvGrpSpPr>
        <p:grpSpPr>
          <a:xfrm flipV="1">
            <a:off x="696618" y="5043681"/>
            <a:ext cx="589085" cy="589085"/>
            <a:chOff x="1582614" y="2839915"/>
            <a:chExt cx="589085" cy="589085"/>
          </a:xfrm>
          <a:solidFill>
            <a:schemeClr val="accent1"/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C4FE776-8588-4D43-954A-D3DF429BE8FE}"/>
                </a:ext>
              </a:extLst>
            </p:cNvPr>
            <p:cNvSpPr/>
            <p:nvPr/>
          </p:nvSpPr>
          <p:spPr>
            <a:xfrm>
              <a:off x="1582614" y="2839915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197EB6D-3DD7-496D-A35C-3E6E6E7E90D5}"/>
                </a:ext>
              </a:extLst>
            </p:cNvPr>
            <p:cNvSpPr/>
            <p:nvPr/>
          </p:nvSpPr>
          <p:spPr>
            <a:xfrm rot="5400000">
              <a:off x="1808577" y="2613952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ECC2A3A-BBDE-4454-A16C-D3DEB9A384BA}"/>
              </a:ext>
            </a:extLst>
          </p:cNvPr>
          <p:cNvGrpSpPr/>
          <p:nvPr/>
        </p:nvGrpSpPr>
        <p:grpSpPr>
          <a:xfrm rot="16200000" flipV="1">
            <a:off x="4045013" y="5044483"/>
            <a:ext cx="589085" cy="589085"/>
            <a:chOff x="1582614" y="2839915"/>
            <a:chExt cx="589085" cy="589085"/>
          </a:xfrm>
          <a:solidFill>
            <a:schemeClr val="accent1"/>
          </a:solidFill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BD0DE27-1299-44CE-909C-6973A7C78755}"/>
                </a:ext>
              </a:extLst>
            </p:cNvPr>
            <p:cNvSpPr/>
            <p:nvPr/>
          </p:nvSpPr>
          <p:spPr>
            <a:xfrm>
              <a:off x="1582614" y="2839915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76260B0-D52B-4E7E-99DF-37B624BC8416}"/>
                </a:ext>
              </a:extLst>
            </p:cNvPr>
            <p:cNvSpPr/>
            <p:nvPr/>
          </p:nvSpPr>
          <p:spPr>
            <a:xfrm rot="5400000">
              <a:off x="1808577" y="2613952"/>
              <a:ext cx="137160" cy="589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1" name="Obraz 110">
            <a:extLst>
              <a:ext uri="{FF2B5EF4-FFF2-40B4-BE49-F238E27FC236}">
                <a16:creationId xmlns:a16="http://schemas.microsoft.com/office/drawing/2014/main" id="{EA8D48AA-1EA3-4423-8189-490EA714A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97" y="2687672"/>
            <a:ext cx="3116054" cy="280873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DB3FE42-35AA-EE43-51D7-968B5843D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859" y="2382967"/>
            <a:ext cx="6133820" cy="3249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6089" y="373135"/>
            <a:ext cx="4192215" cy="724247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pl-PL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BD219759-DD09-4428-96AC-2B78E800AA4F}"/>
              </a:ext>
            </a:extLst>
          </p:cNvPr>
          <p:cNvSpPr/>
          <p:nvPr/>
        </p:nvSpPr>
        <p:spPr>
          <a:xfrm>
            <a:off x="8953602" y="4011821"/>
            <a:ext cx="2476193" cy="1851704"/>
          </a:xfrm>
          <a:prstGeom prst="rightArrow">
            <a:avLst/>
          </a:prstGeom>
          <a:solidFill>
            <a:schemeClr val="accent1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ight Arrow 4">
            <a:extLst>
              <a:ext uri="{FF2B5EF4-FFF2-40B4-BE49-F238E27FC236}">
                <a16:creationId xmlns:a16="http://schemas.microsoft.com/office/drawing/2014/main" id="{D6739FE6-DFC2-458F-AF77-7C5E9D0F3242}"/>
              </a:ext>
            </a:extLst>
          </p:cNvPr>
          <p:cNvSpPr/>
          <p:nvPr/>
        </p:nvSpPr>
        <p:spPr>
          <a:xfrm>
            <a:off x="6962726" y="3377669"/>
            <a:ext cx="2476193" cy="185170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0DADDD36-31A3-47CE-BD03-97DFDAE51424}"/>
              </a:ext>
            </a:extLst>
          </p:cNvPr>
          <p:cNvSpPr/>
          <p:nvPr/>
        </p:nvSpPr>
        <p:spPr>
          <a:xfrm>
            <a:off x="4971850" y="2743516"/>
            <a:ext cx="2476193" cy="1851704"/>
          </a:xfrm>
          <a:prstGeom prst="rightArrow">
            <a:avLst/>
          </a:prstGeom>
          <a:solidFill>
            <a:schemeClr val="accent3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ight Arrow 6">
            <a:extLst>
              <a:ext uri="{FF2B5EF4-FFF2-40B4-BE49-F238E27FC236}">
                <a16:creationId xmlns:a16="http://schemas.microsoft.com/office/drawing/2014/main" id="{0E12055C-6A31-4378-9D83-625C1FB3D191}"/>
              </a:ext>
            </a:extLst>
          </p:cNvPr>
          <p:cNvSpPr/>
          <p:nvPr/>
        </p:nvSpPr>
        <p:spPr>
          <a:xfrm>
            <a:off x="2980975" y="2109363"/>
            <a:ext cx="2476193" cy="1851704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" name="Right Arrow 7">
            <a:extLst>
              <a:ext uri="{FF2B5EF4-FFF2-40B4-BE49-F238E27FC236}">
                <a16:creationId xmlns:a16="http://schemas.microsoft.com/office/drawing/2014/main" id="{84CD34F1-1CBA-47B4-820C-51348D7275EB}"/>
              </a:ext>
            </a:extLst>
          </p:cNvPr>
          <p:cNvSpPr/>
          <p:nvPr/>
        </p:nvSpPr>
        <p:spPr>
          <a:xfrm>
            <a:off x="990100" y="1475210"/>
            <a:ext cx="2476193" cy="1851704"/>
          </a:xfrm>
          <a:prstGeom prst="rightArrow">
            <a:avLst/>
          </a:prstGeom>
          <a:solidFill>
            <a:schemeClr val="accent5"/>
          </a:solidFill>
          <a:ln>
            <a:noFill/>
          </a:ln>
          <a:scene3d>
            <a:camera prst="isometricTopUp"/>
            <a:lightRig rig="balanced" dir="t"/>
          </a:scene3d>
          <a:sp3d extrusionH="457200" prstMaterial="matte">
            <a:extrusionClr>
              <a:schemeClr val="accent5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C0DFB-350E-458A-93B6-27BA2FB22AC6}"/>
              </a:ext>
            </a:extLst>
          </p:cNvPr>
          <p:cNvSpPr txBox="1"/>
          <p:nvPr/>
        </p:nvSpPr>
        <p:spPr>
          <a:xfrm rot="19690747">
            <a:off x="9311865" y="4787369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A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4E73F-EADB-4CD4-8C77-46DA76C66431}"/>
              </a:ext>
            </a:extLst>
          </p:cNvPr>
          <p:cNvSpPr txBox="1"/>
          <p:nvPr/>
        </p:nvSpPr>
        <p:spPr>
          <a:xfrm rot="19690747">
            <a:off x="7327497" y="4158899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B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087EF2-4001-439F-902F-A520AB8D8BF3}"/>
              </a:ext>
            </a:extLst>
          </p:cNvPr>
          <p:cNvSpPr txBox="1"/>
          <p:nvPr/>
        </p:nvSpPr>
        <p:spPr>
          <a:xfrm rot="19690747">
            <a:off x="5343129" y="3530430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C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B6A33-E750-4515-8929-735EA610D54A}"/>
              </a:ext>
            </a:extLst>
          </p:cNvPr>
          <p:cNvSpPr txBox="1"/>
          <p:nvPr/>
        </p:nvSpPr>
        <p:spPr>
          <a:xfrm rot="19690747">
            <a:off x="3358762" y="2901961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D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DE7EE-612D-425A-AE5A-4DA632B47D64}"/>
              </a:ext>
            </a:extLst>
          </p:cNvPr>
          <p:cNvSpPr txBox="1"/>
          <p:nvPr/>
        </p:nvSpPr>
        <p:spPr>
          <a:xfrm rot="19690747">
            <a:off x="1374395" y="2273492"/>
            <a:ext cx="1418136" cy="40011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Option E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D1D27A-3BA7-4E48-AFB1-21A786693DB7}"/>
              </a:ext>
            </a:extLst>
          </p:cNvPr>
          <p:cNvSpPr txBox="1"/>
          <p:nvPr/>
        </p:nvSpPr>
        <p:spPr>
          <a:xfrm>
            <a:off x="4695896" y="4937673"/>
            <a:ext cx="213520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ov.pl.</a:t>
            </a:r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to AI-Based Systems</a:t>
            </a:r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https://www.gov.pl/web/baza-wiedzy/zagrozenia-dla-systemow-wykorzystujacych-ai</a:t>
            </a:r>
            <a:endParaRPr lang="pl-PL" altLang="ko-K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64F20-A227-42FB-A9D5-1FAF2F8792EB}"/>
              </a:ext>
            </a:extLst>
          </p:cNvPr>
          <p:cNvSpPr txBox="1"/>
          <p:nvPr/>
        </p:nvSpPr>
        <p:spPr>
          <a:xfrm>
            <a:off x="7513554" y="1697075"/>
            <a:ext cx="169747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becyber.pl. </a:t>
            </a:r>
            <a:r>
              <a:rPr lang="en-US" altLang="ko-KR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Attacks on AI – What They Are and How to Protect Against Them</a:t>
            </a:r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https://becyber.pl/ataki-adwersarialne-na-ai-co-to-jest-i-jak-sie-chronic/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75768-5F92-40E9-89FF-ED76173FDE46}"/>
              </a:ext>
            </a:extLst>
          </p:cNvPr>
          <p:cNvSpPr txBox="1"/>
          <p:nvPr/>
        </p:nvSpPr>
        <p:spPr>
          <a:xfrm>
            <a:off x="9261657" y="2528345"/>
            <a:ext cx="258968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Technology Review.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Might Protect Ourselves from Malicious AI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l-PL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(2019).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https://www.technologyreview.com/2019/05/19/135299/how-we-might-protect-ourselves-from-malicious-ai/</a:t>
            </a:r>
            <a:r>
              <a:rPr lang="pl-PL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2ADB04-8A93-45D4-8E09-27126F45D64A}"/>
              </a:ext>
            </a:extLst>
          </p:cNvPr>
          <p:cNvSpPr txBox="1"/>
          <p:nvPr/>
        </p:nvSpPr>
        <p:spPr>
          <a:xfrm>
            <a:off x="861487" y="3663207"/>
            <a:ext cx="168259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Madry, A., Makelov, A., Schmidt, L., Tsipras, D., &amp; Vladu, A.</a:t>
            </a:r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Deep Learning Models Resistant to Adversarial Attacks</a:t>
            </a:r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(2018). https://arxiv.org/abs/</a:t>
            </a:r>
            <a:endParaRPr lang="pl-PL" altLang="ko-K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1706.06083</a:t>
            </a:r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72972D-7B99-4314-8CAB-6DAC26B583BB}"/>
              </a:ext>
            </a:extLst>
          </p:cNvPr>
          <p:cNvSpPr txBox="1"/>
          <p:nvPr/>
        </p:nvSpPr>
        <p:spPr>
          <a:xfrm>
            <a:off x="2771095" y="4443570"/>
            <a:ext cx="140768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Foolbox Documentation.</a:t>
            </a:r>
          </a:p>
          <a:p>
            <a:pPr algn="ctr"/>
            <a:r>
              <a:rPr lang="pl-PL" altLang="ko-KR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Attacks</a:t>
            </a:r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https://foolbox.</a:t>
            </a:r>
          </a:p>
          <a:p>
            <a:pPr algn="ctr"/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readthedocs.io/</a:t>
            </a:r>
          </a:p>
          <a:p>
            <a:pPr algn="ctr"/>
            <a:r>
              <a:rPr lang="pl-PL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en/stable/modules/attacks.html</a:t>
            </a:r>
          </a:p>
        </p:txBody>
      </p: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3641912" y="4842758"/>
            <a:ext cx="4908176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endParaRPr lang="ko-KR" altLang="en-US" sz="3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0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95959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3123</TotalTime>
  <Words>246</Words>
  <Application>Microsoft Office PowerPoint</Application>
  <PresentationFormat>Panoramiczny</PresentationFormat>
  <Paragraphs>31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Cover and End Slide Master</vt:lpstr>
      <vt:lpstr>Contents Slide Master</vt:lpstr>
      <vt:lpstr>Section Break Slide Master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Hubert Izydorski</cp:lastModifiedBy>
  <cp:revision>125</cp:revision>
  <dcterms:created xsi:type="dcterms:W3CDTF">2020-01-20T05:08:25Z</dcterms:created>
  <dcterms:modified xsi:type="dcterms:W3CDTF">2026-07-31T13:17:23Z</dcterms:modified>
</cp:coreProperties>
</file>